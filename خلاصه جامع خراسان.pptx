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9" r:id="rId11"/>
    <p:sldId id="277" r:id="rId12"/>
    <p:sldId id="278" r:id="rId13"/>
    <p:sldId id="279" r:id="rId14"/>
    <p:sldId id="281" r:id="rId15"/>
    <p:sldId id="282" r:id="rId16"/>
    <p:sldId id="283" r:id="rId17"/>
    <p:sldId id="291" r:id="rId18"/>
    <p:sldId id="292" r:id="rId19"/>
    <p:sldId id="293" r:id="rId20"/>
    <p:sldId id="295" r:id="rId21"/>
    <p:sldId id="297" r:id="rId22"/>
    <p:sldId id="299" r:id="rId23"/>
    <p:sldId id="300" r:id="rId24"/>
    <p:sldId id="303" r:id="rId25"/>
    <p:sldId id="304" r:id="rId26"/>
    <p:sldId id="305" r:id="rId27"/>
    <p:sldId id="308" r:id="rId28"/>
    <p:sldId id="309" r:id="rId29"/>
    <p:sldId id="310" r:id="rId30"/>
    <p:sldId id="311" r:id="rId31"/>
    <p:sldId id="312" r:id="rId32"/>
    <p:sldId id="313" r:id="rId33"/>
    <p:sldId id="31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ali daftar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2026-10-10T05:50:23Z</dcterms:modified>
  <cp:category/>
</cp:coreProperties>
</file>